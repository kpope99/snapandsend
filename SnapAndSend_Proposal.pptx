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SnapAndSend &amp;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1FAE5"/>
                </a:solidFill>
              </a:defRPr>
            </a:pPr>
            <a:r>
              <a:t>A Community-Powered Incident Reporting &amp; Resolution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1FAE5"/>
                </a:solidFill>
              </a:defRPr>
            </a:pPr>
            <a:r>
              <a:t>© Tech84 | Community Incident Reporting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4577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65F46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Delayed Incident Reporting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Traditional reporting methods are slow, bureaucratic, and often ignored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Lack of Transparency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Citizens don't know if their reports are being addressed or the status of resolution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Unverified Reports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Authorities struggle to prioritize genuine incidents from false reports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No Accountability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No tracking of response times or resolution effectiveness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Communication Gap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Disconnect between community members and responding authorities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Solution: Two Integrated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SnapAndSend (Community App)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Mobile-first PWA for citizens to report incidents with photos, location, and real-time verification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Incident Response (Authority Dashboard)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Comprehensive dashboard for police/authorities to manage, investigate, and resolve reported incidents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Seamless Integration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Real-time sync via webhooks and External API for third-party systems integration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AI-Powered Analysis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Automatic incident categorization and duplicate detection using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486400" cy="502920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65F46"/>
                </a:solidFill>
              </a:defRPr>
            </a:pPr>
            <a:r>
              <a:t>SnapAndSend (Citizens)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Report incidents with photo evidence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GPS-based location tagging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AI-powered category detection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Community verification system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Track report status in real-time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View nearby incidents on map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Receive resolution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Works offline as PWA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486400" cy="5029200"/>
          </a:xfrm>
          <a:prstGeom prst="roundRect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40AF"/>
                </a:solidFill>
              </a:defRPr>
            </a:pPr>
            <a:r>
              <a:t>Incident Response (Authorities)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Centralized incident dashboard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Real-time incident feed (SSE)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Status management workflow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Resolution with evidence upload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Timeline tracking &amp; audit logs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Statistics and analytics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External API for integrations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Webhook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The Platform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10609" y="18288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10609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Citizen captures photo of incident. AI analyzes and suggests category.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75499" y="3657600"/>
            <a:ext cx="27432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4099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068" y="18288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068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539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Nearby users verify the report. Duplicates auto-merge as verifications.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30958" y="3657600"/>
            <a:ext cx="27432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59558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21527" y="18288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1527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0998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Investigate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0998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Authorities receive alert, review incident, begin investigation.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86417" y="3657600"/>
            <a:ext cx="27432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017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6986" y="18288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6986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457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Resolve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457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Authority uploads evidence, adds notes, marks resolved.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41876" y="3657600"/>
            <a:ext cx="27432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70476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445" y="18288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445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1916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Notify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1916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Reporter and verifiers notified. Timeline logged for transparency.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SnapAndSend -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Smart Photo Capture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Camera integration with AI-powered incident analysis and auto-categorization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GPS Location Tracking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Automatic location detection with manual override option for accurate placement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Community Verification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Nearby users can verify incidents (within 500m), boosting credibility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Duplicate Detection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Automatic merging of similar incidents within 200m as verifications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Real-time Map View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Interactive map showing all nearby incidents with status indicators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Session Management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30-minute timeout for security with activity tracking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Progressive Web App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Install on any device, works offline, push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Incident Response -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Live Dashboard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Real-time incident feed with Server-Sent Events (SSE) for instant updates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Status Workflow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Pending → Investigating → Resolved with timestamp logging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Evidence Management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Mandatory evidence upload and remediation notes before resolution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Timeline Tracking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Full audit trail: report time, investigation start, resolution time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External API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RESTful API with API key auth for third-party system integration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Webhook Support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Real-time notifications to external systems on incident events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Statistics Dashboard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Analytics on incident types, response times, resolution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Supported Incident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Infrastructure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Potholes, road damage, streetlight outages, drainage issues, damaged signage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Environmental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Illegal dumping, garbage overflow, flooding, pollution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Public Safety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Vandalism, robbery, assault, suspicious activity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Traffic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Traffic light malfunction, road blockages, accidents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AI-Detected Categories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System automatically detects and suggests new categories from image analysis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Custom Categories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Authorities can define region-specific incident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Frontend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React + TypeScript + Vite, TailwindCSS, Leaflet Maps, PWA-ready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Backend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Node.js + Express, Prisma ORM, SQLite (dev) / PostgreSQL (prod)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AI Integration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OpenAI Vision API (GPT-4o) for image analysis and categorization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Real-time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Server-Sent Events (SSE) for live updates, webhooks for integrations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Security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JWT authentication, API key validation, session timeout, HTTPS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Storage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Local file storage with S3-compatible cloud storage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Benefits to the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Empowered Citizens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Easy way to report issues and track resolution - voice is heard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Faster Response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Real-time alerts mean quicker authority response to critical incidents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Transparency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Full visibility into incident status, timeline, and resolution evidence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Accountability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Audit trails ensure authorities are held responsible for timely resolution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Community Trust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Verified reports from multiple citizens increase credibility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Safer Neighborhoods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Proactive incident reporting prevents escalation and improves safety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Data-Driven Decisions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Analytics help identify problem areas for targeted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Benefits to Authorities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Centralized Management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Single dashboard for all community-reported incidents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Prioritized Response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Verified incidents with multiple confirmations get priority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Reduced False Reports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Community verification and AI analysis filter out invalid reports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Evidence Collection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Photo evidence from multiple angles and locations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Performance Metrics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Track response times, resolution rates, and team performance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Integration Ready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API and webhooks connect with existing dispatch/CAD systems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Public Relations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Demonstrate responsiveness and transparency to citizens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External API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RESTful API Endpoints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GET /incidents, GET /incidents/:id, PATCH /incidents/:id/status, GET /stats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API Key Authentication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Secure access with X-API-Key header, partner management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Webhook Events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incident.created, incident.verified, incident.status_changed, incident.resolved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Status Management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External systems can update status: pending → investigating → resolved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Location Filtering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Query by lat/lng/radius for jurisdiction-based filtering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Pagination Support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Limit/offset parameters for handling large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User Authentication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Secure registration/login with password hashing (bcrypt)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Session Management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30-minute inactivity timeout with secure token handling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API Security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API key validation, rate limiting, partner access logging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Data Privacy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Optional anonymous reporting, minimal PII collection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Audit Logging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All status changes logged with timestamp and actor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HTTPS Encryption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All data transmitted over secure encrypted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10609" y="18288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10609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Phase 1</a:t>
            </a:r>
            <a:br/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Core reporting, map view, basic auth, incident management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75499" y="3657600"/>
            <a:ext cx="27432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4099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068" y="18288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068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Phase 2</a:t>
            </a:r>
            <a:br/>
            <a:r>
              <a:t>AI &amp;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539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AI categorization, community verification, duplicate detection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30958" y="3657600"/>
            <a:ext cx="27432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59558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21527" y="18288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1527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0998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Phase 3</a:t>
            </a:r>
            <a:br/>
            <a:r>
              <a:t>Authority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0998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Dashboard, status workflow, evidence upload, timeline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86417" y="3657600"/>
            <a:ext cx="27432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017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6986" y="18288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6986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457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Phase 4</a:t>
            </a:r>
            <a:br/>
            <a:r>
              <a:t>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457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External API, webhooks, third-party system connections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41876" y="3657600"/>
            <a:ext cx="27432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70476" y="1645920"/>
            <a:ext cx="2072579" cy="4114800"/>
          </a:xfrm>
          <a:prstGeom prst="roundRect">
            <a:avLst/>
          </a:prstGeom>
          <a:solidFill>
            <a:srgbClr val="F9FAF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445" y="18288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445" y="1920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1916" y="2560320"/>
            <a:ext cx="18896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Phase 5</a:t>
            </a:r>
            <a:br/>
            <a:r>
              <a:t>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1916" y="3108960"/>
            <a:ext cx="188969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Analytics, multi-region, mobile apps, advanced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Municipal Services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City councils receive and track infrastructure repair requests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Police Departments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Crime reporting with verified community witnesses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Emergency Services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Flood, fire, or accident reporting with real-time location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Environmental Agencies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Track illegal dumping and pollution incidents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Neighborhood Watch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Community-organized safety monitoring and reporting</a:t>
            </a:r>
          </a:p>
          <a:p>
            <a:pPr>
              <a:spcAft>
                <a:spcPts val="400"/>
              </a:spcAft>
              <a:defRPr sz="2200" b="1">
                <a:solidFill>
                  <a:srgbClr val="065F46"/>
                </a:solidFill>
              </a:defRPr>
            </a:pPr>
            <a:r>
              <a:t>• Utility Companies</a:t>
            </a:r>
          </a:p>
          <a:p>
            <a:pPr>
              <a:spcAft>
                <a:spcPts val="1600"/>
              </a:spcAft>
              <a:defRPr sz="1800">
                <a:solidFill>
                  <a:srgbClr val="6B7280"/>
                </a:solidFill>
              </a:defRPr>
            </a:pPr>
            <a:r>
              <a:t>   Report outages, damaged infrastructure, safety hazards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© Tech84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Ready to Transform</a:t>
            </a:r>
            <a:br/>
            <a:r>
              <a:t>Community Safety?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1FAE5"/>
                </a:solidFill>
              </a:defRPr>
            </a:pPr>
            <a:r>
              <a:t>Contact: Tech84 | Let's discuss implementation for your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1FAE5"/>
                </a:solidFill>
              </a:defRPr>
            </a:pPr>
            <a:r>
              <a:t>© Tech84 | Community Incident Reporting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